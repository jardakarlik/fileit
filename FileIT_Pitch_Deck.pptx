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0"/>
            <a:ext cx="274320" cy="5143500"/>
          </a:xfrm>
          <a:prstGeom prst="rect">
            <a:avLst/>
          </a:prstGeom>
          <a:solidFill>
            <a:srgbClr val="6B8E6F"/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6B8E6F">
              <a:alpha val="40000"/>
            </a:srgbClr>
          </a:solidFill>
          <a:ln w="12700">
            <a:solidFill>
              <a:srgbClr val="6B8E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474720"/>
            <a:ext cx="1280160" cy="12801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82880"/>
            <a:ext cx="640080" cy="64008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664208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your digital life,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E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beautifully.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8229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smart file organiser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people,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IT departments.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06240" y="2606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FileIT silently scans your documents, reads what's inside them,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reorganises everything — your way, on your machine.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3931920"/>
            <a:ext cx="1371600" cy="594360"/>
          </a:xfrm>
          <a:prstGeom prst="rect">
            <a:avLst/>
          </a:prstGeom>
          <a:solidFill>
            <a:srgbClr val="3A3020"/>
          </a:solidFill>
          <a:ln w="12700">
            <a:solidFill>
              <a:srgbClr val="7A9E7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4041648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53712" y="39959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931920"/>
            <a:ext cx="1371600" cy="594360"/>
          </a:xfrm>
          <a:prstGeom prst="rect">
            <a:avLst/>
          </a:prstGeom>
          <a:solidFill>
            <a:srgbClr val="3A3020"/>
          </a:solidFill>
          <a:ln w="12700">
            <a:solidFill>
              <a:srgbClr val="7A9E7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404164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08192" y="39959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315200" y="3931920"/>
            <a:ext cx="1371600" cy="594360"/>
          </a:xfrm>
          <a:prstGeom prst="rect">
            <a:avLst/>
          </a:prstGeom>
          <a:solidFill>
            <a:srgbClr val="3A3020"/>
          </a:solidFill>
          <a:ln w="12700">
            <a:solidFill>
              <a:srgbClr val="7A9E7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404164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62672" y="39959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Czech-native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2062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Windows 10/11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81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familiar?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reality for thousands of agents working with customer files.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91640"/>
            <a:ext cx="548640" cy="548640"/>
          </a:xfrm>
          <a:prstGeom prst="ellipse">
            <a:avLst/>
          </a:prstGeom>
          <a:solidFill>
            <a:srgbClr val="D481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801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Chaos by default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saved in rush — Downloads, Desktop, random folders. No system, no time to think.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691640"/>
            <a:ext cx="548640" cy="548640"/>
          </a:xfrm>
          <a:prstGeom prst="ellipse">
            <a:avLst/>
          </a:prstGeom>
          <a:solidFill>
            <a:srgbClr val="D481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8013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without names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56432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files have meaningless names: _ZAPLATIT.pdf, priloha_131662_0_M01.pdf. Unrecognisable without opening.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69480" y="1691640"/>
            <a:ext cx="548640" cy="548640"/>
          </a:xfrm>
          <a:prstGeom prst="ellipse">
            <a:avLst/>
          </a:prstGeom>
          <a:solidFill>
            <a:srgbClr val="D4818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013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 is not happy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82512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reviews, audits, client follow-ups — all derailed by minutes wasted hunting for the right document.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2C2418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0"/>
            <a:ext cx="91440" cy="514350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FileIT fixes this.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run. Everything in its place.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rgbClr val="7A9E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733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your drives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293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document across all local folders — quietly, in the background.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84048" cy="384048"/>
          </a:xfrm>
          <a:prstGeom prst="ellipse">
            <a:avLst/>
          </a:prstGeom>
          <a:solidFill>
            <a:srgbClr val="7A9E7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04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what's inside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6609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document, customer name, and institution from content — not just filename.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rgbClr val="7A9E7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1363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your way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924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Restructures into logical folders by client, date, or institution. You choose the structure.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7A9E7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867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up to cloud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1239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verified copy to OneDrive, Google Drive, or Dropbox — automatically.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640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5760720" y="1691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found,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8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8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session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200400"/>
            <a:ext cx="1371600" cy="457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auto-classified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user input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people, not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warm, clear, and friction-free.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47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756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&amp; approachable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084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visual language, friendly copy, and a step-by-step pace that never rushes or overwhelms.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55448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965960"/>
            <a:ext cx="457200" cy="457200"/>
          </a:xfrm>
          <a:prstGeom prst="ellipse">
            <a:avLst/>
          </a:prstGeom>
          <a:solidFill>
            <a:srgbClr val="7A9E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07568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every step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2084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 tells the user exactly what is happening, why it matters, and what comes next.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B593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8444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27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before action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35935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FileIT shows the proposed folder structure before moving a single file. No surprises, ever.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00600" y="306324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474720"/>
            <a:ext cx="457200" cy="457200"/>
          </a:xfrm>
          <a:prstGeom prst="ellipse">
            <a:avLst/>
          </a:prstGeom>
          <a:solidFill>
            <a:srgbClr val="C47A7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58444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27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results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5935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appears the moment scanning completes — charts, stats, and insights in under a minute.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AB8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Top-notch technology.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choice was made for performance, compliance, and longevity.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0" cy="1463040"/>
          </a:xfrm>
          <a:prstGeom prst="rect">
            <a:avLst/>
          </a:prstGeom>
          <a:solidFill>
            <a:srgbClr val="222C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1463040"/>
          </a:xfrm>
          <a:prstGeom prst="rect">
            <a:avLst/>
          </a:prstGeom>
          <a:solidFill>
            <a:srgbClr val="7AB8D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27632"/>
            <a:ext cx="402336" cy="402336"/>
          </a:xfrm>
          <a:prstGeom prst="ellipse">
            <a:avLst/>
          </a:prstGeom>
          <a:solidFill>
            <a:srgbClr val="7AB8D4">
              <a:alpha val="8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3736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Tauri v2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MIT/Apache — free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1762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MB installer vs Electron's 150 MB. Native WebView2, direct Rust filesystem access.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10128" y="1463040"/>
            <a:ext cx="2743200" cy="1463040"/>
          </a:xfrm>
          <a:prstGeom prst="rect">
            <a:avLst/>
          </a:prstGeom>
          <a:solidFill>
            <a:srgbClr val="222C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0128" y="1463040"/>
            <a:ext cx="54864" cy="146304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7288" y="1627632"/>
            <a:ext cx="402336" cy="402336"/>
          </a:xfrm>
          <a:prstGeom prst="ellipse">
            <a:avLst/>
          </a:prstGeom>
          <a:solidFill>
            <a:srgbClr val="E8A87C">
              <a:alpha val="8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73736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68496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backend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968496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Memory-safe, fast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447288" y="21762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PII operations in typed Rust. Zero pointer errors, zero undefined behaviour.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54496" y="1463040"/>
            <a:ext cx="2743200" cy="1463040"/>
          </a:xfrm>
          <a:prstGeom prst="rect">
            <a:avLst/>
          </a:prstGeom>
          <a:solidFill>
            <a:srgbClr val="222C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463040"/>
            <a:ext cx="54864" cy="1463040"/>
          </a:xfrm>
          <a:prstGeom prst="rect">
            <a:avLst/>
          </a:prstGeom>
          <a:solidFill>
            <a:srgbClr val="7AB8D4"/>
          </a:solidFill>
          <a:ln/>
        </p:spPr>
      </p:sp>
      <p:sp>
        <p:nvSpPr>
          <p:cNvPr id="21" name="Shape 17"/>
          <p:cNvSpPr/>
          <p:nvPr/>
        </p:nvSpPr>
        <p:spPr>
          <a:xfrm>
            <a:off x="6391656" y="1627632"/>
            <a:ext cx="402336" cy="402336"/>
          </a:xfrm>
          <a:prstGeom prst="ellipse">
            <a:avLst/>
          </a:prstGeom>
          <a:solidFill>
            <a:srgbClr val="7AB8D4">
              <a:alpha val="8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73736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12864" y="1591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IPC bridge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912864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boundary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391656" y="217627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never touches raw file data. PII stays in Rust, only aggregates cross to UI.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65760" y="3154680"/>
            <a:ext cx="2743200" cy="1463040"/>
          </a:xfrm>
          <a:prstGeom prst="rect">
            <a:avLst/>
          </a:prstGeom>
          <a:solidFill>
            <a:srgbClr val="222C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3154680"/>
            <a:ext cx="54864" cy="14630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8" name="Shape 23"/>
          <p:cNvSpPr/>
          <p:nvPr/>
        </p:nvSpPr>
        <p:spPr>
          <a:xfrm>
            <a:off x="502920" y="3319272"/>
            <a:ext cx="402336" cy="402336"/>
          </a:xfrm>
          <a:prstGeom prst="ellipse">
            <a:avLst/>
          </a:prstGeom>
          <a:solidFill>
            <a:srgbClr val="F2C94C">
              <a:alpha val="80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429000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24128" y="3282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Tesseract 5 OCR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024128" y="35753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Bundled, offline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02920" y="38679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 + Slovak language packs. No API call, no data leaves the machine.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310128" y="3154680"/>
            <a:ext cx="2743200" cy="1463040"/>
          </a:xfrm>
          <a:prstGeom prst="rect">
            <a:avLst/>
          </a:prstGeom>
          <a:solidFill>
            <a:srgbClr val="222C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310128" y="3154680"/>
            <a:ext cx="54864" cy="146304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5" name="Shape 29"/>
          <p:cNvSpPr/>
          <p:nvPr/>
        </p:nvSpPr>
        <p:spPr>
          <a:xfrm>
            <a:off x="3447288" y="3319272"/>
            <a:ext cx="402336" cy="402336"/>
          </a:xfrm>
          <a:prstGeom prst="ellipse">
            <a:avLst/>
          </a:prstGeom>
          <a:solidFill>
            <a:srgbClr val="E8A87C">
              <a:alpha val="80000"/>
            </a:srgbClr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342900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968496" y="3282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Czech NER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968496" y="35753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dictionary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3447288" y="38679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Rodné číslo, IČO/DIČ, institution keywords. ~90% auto-classification accuracy.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254496" y="3154680"/>
            <a:ext cx="2743200" cy="1463040"/>
          </a:xfrm>
          <a:prstGeom prst="rect">
            <a:avLst/>
          </a:prstGeom>
          <a:solidFill>
            <a:srgbClr val="222C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254496" y="3154680"/>
            <a:ext cx="54864" cy="1463040"/>
          </a:xfrm>
          <a:prstGeom prst="rect">
            <a:avLst/>
          </a:prstGeom>
          <a:solidFill>
            <a:srgbClr val="7AB8D4"/>
          </a:solidFill>
          <a:ln/>
        </p:spPr>
      </p:sp>
      <p:sp>
        <p:nvSpPr>
          <p:cNvPr id="42" name="Shape 35"/>
          <p:cNvSpPr/>
          <p:nvPr/>
        </p:nvSpPr>
        <p:spPr>
          <a:xfrm>
            <a:off x="6391656" y="3319272"/>
            <a:ext cx="402336" cy="402336"/>
          </a:xfrm>
          <a:prstGeom prst="ellipse">
            <a:avLst/>
          </a:prstGeom>
          <a:solidFill>
            <a:srgbClr val="7AB8D4">
              <a:alpha val="80000"/>
            </a:srgbClr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429000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12864" y="32826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probe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912864" y="35753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detection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6391656" y="386791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WMI process scan. OneDrive, GDrive, Dropbox, Box detected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colour directions.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tells a different story. All built around the same warm, trustworthy core.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914400"/>
          </a:xfrm>
          <a:prstGeom prst="rect">
            <a:avLst/>
          </a:prstGeom>
          <a:solidFill>
            <a:srgbClr val="7A9E7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331720"/>
            <a:ext cx="1920240" cy="347472"/>
          </a:xfrm>
          <a:prstGeom prst="rect">
            <a:avLst/>
          </a:prstGeom>
          <a:solidFill>
            <a:srgbClr val="D481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679192"/>
            <a:ext cx="1920240" cy="201168"/>
          </a:xfrm>
          <a:prstGeom prst="rect">
            <a:avLst/>
          </a:prstGeom>
          <a:solidFill>
            <a:srgbClr val="C4973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880360"/>
            <a:ext cx="1920240" cy="256032"/>
          </a:xfrm>
          <a:prstGeom prst="rect">
            <a:avLst/>
          </a:prstGeom>
          <a:solidFill>
            <a:srgbClr val="FAF7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 &amp; Cream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Nature-inspired calm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#7A9E7E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#D4818A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715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#C4973A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14600" y="1417320"/>
            <a:ext cx="1920240" cy="914400"/>
          </a:xfrm>
          <a:prstGeom prst="rect">
            <a:avLst/>
          </a:prstGeom>
          <a:solidFill>
            <a:srgbClr val="7AB8D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331720"/>
            <a:ext cx="1920240" cy="347472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4600" y="2679192"/>
            <a:ext cx="1920240" cy="20116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6" name="Shape 14"/>
          <p:cNvSpPr/>
          <p:nvPr/>
        </p:nvSpPr>
        <p:spPr>
          <a:xfrm>
            <a:off x="2514600" y="2880360"/>
            <a:ext cx="1920240" cy="256032"/>
          </a:xfrm>
          <a:prstGeom prst="rect">
            <a:avLst/>
          </a:prstGeom>
          <a:solidFill>
            <a:srgbClr val="1A1F2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Midnight Ink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dark mode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#7AB8D4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#E8A87C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2715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#F2C94C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1920240" cy="914400"/>
          </a:xfrm>
          <a:prstGeom prst="rect">
            <a:avLst/>
          </a:prstGeom>
          <a:solidFill>
            <a:srgbClr val="C47A7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331720"/>
            <a:ext cx="1920240" cy="347472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2679192"/>
            <a:ext cx="1920240" cy="20116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2880360"/>
            <a:ext cx="1920240" cy="256032"/>
          </a:xfrm>
          <a:prstGeom prst="rect">
            <a:avLst/>
          </a:prstGeom>
          <a:solidFill>
            <a:srgbClr val="F7F3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 &amp; Stone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professional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#C47A7A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#7A9E8E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2715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#B5935A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12280" y="1417320"/>
            <a:ext cx="1920240" cy="914400"/>
          </a:xfrm>
          <a:prstGeom prst="rect">
            <a:avLst/>
          </a:prstGeom>
          <a:solidFill>
            <a:srgbClr val="3D7A5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2331720"/>
            <a:ext cx="1920240" cy="34747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6812280" y="2679192"/>
            <a:ext cx="1920240" cy="20116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4" name="Shape 32"/>
          <p:cNvSpPr/>
          <p:nvPr/>
        </p:nvSpPr>
        <p:spPr>
          <a:xfrm>
            <a:off x="6812280" y="2880360"/>
            <a:ext cx="1920240" cy="256032"/>
          </a:xfrm>
          <a:prstGeom prst="rect">
            <a:avLst/>
          </a:prstGeom>
          <a:solidFill>
            <a:srgbClr val="F0F4F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 Digital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228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&amp; natural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1228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#3D7A56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#E07A5F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12280" y="2715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#F2A65A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palettes share identical UX structure and component architecture. Switching themes requires zero code changes.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files, finally making sense.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 analytics dashboard — built from content analysis, not just filenames.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found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2888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32888" y="1371600"/>
            <a:ext cx="1828800" cy="54864"/>
          </a:xfrm>
          <a:prstGeom prst="rect">
            <a:avLst/>
          </a:prstGeom>
          <a:solidFill>
            <a:srgbClr val="C4973A"/>
          </a:solidFill>
          <a:ln/>
        </p:spPr>
      </p:sp>
      <p:sp>
        <p:nvSpPr>
          <p:cNvPr id="10" name="Text 8"/>
          <p:cNvSpPr/>
          <p:nvPr/>
        </p:nvSpPr>
        <p:spPr>
          <a:xfrm>
            <a:off x="2532888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GB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32888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8576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371600"/>
            <a:ext cx="182880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08576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ID'd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84264" y="13716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84264" y="1371600"/>
            <a:ext cx="1828800" cy="54864"/>
          </a:xfrm>
          <a:prstGeom prst="rect">
            <a:avLst/>
          </a:prstGeom>
          <a:solidFill>
            <a:srgbClr val="D4818A"/>
          </a:solidFill>
          <a:ln/>
        </p:spPr>
      </p:sp>
      <p:sp>
        <p:nvSpPr>
          <p:cNvPr id="18" name="Text 16"/>
          <p:cNvSpPr/>
          <p:nvPr/>
        </p:nvSpPr>
        <p:spPr>
          <a:xfrm>
            <a:off x="6684264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1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84264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47472" cy="274320"/>
          </a:xfrm>
          <a:prstGeom prst="rect">
            <a:avLst/>
          </a:prstGeom>
          <a:solidFill>
            <a:srgbClr val="D4E8D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60704" y="3200400"/>
            <a:ext cx="347472" cy="411480"/>
          </a:xfrm>
          <a:prstGeom prst="rect">
            <a:avLst/>
          </a:prstGeom>
          <a:solidFill>
            <a:srgbClr val="D4E8D5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704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72768" y="3429000"/>
            <a:ext cx="347472" cy="182880"/>
          </a:xfrm>
          <a:prstGeom prst="rect">
            <a:avLst/>
          </a:prstGeom>
          <a:solidFill>
            <a:srgbClr val="D4E8D5"/>
          </a:solidFill>
          <a:ln/>
        </p:spPr>
      </p:sp>
      <p:sp>
        <p:nvSpPr>
          <p:cNvPr id="25" name="Text 23"/>
          <p:cNvSpPr/>
          <p:nvPr/>
        </p:nvSpPr>
        <p:spPr>
          <a:xfrm>
            <a:off x="1572768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084832" y="3063240"/>
            <a:ext cx="347472" cy="548640"/>
          </a:xfrm>
          <a:prstGeom prst="rect">
            <a:avLst/>
          </a:prstGeom>
          <a:solidFill>
            <a:srgbClr val="D4E8D5"/>
          </a:solidFill>
          <a:ln/>
        </p:spPr>
      </p:sp>
      <p:sp>
        <p:nvSpPr>
          <p:cNvPr id="27" name="Text 25"/>
          <p:cNvSpPr/>
          <p:nvPr/>
        </p:nvSpPr>
        <p:spPr>
          <a:xfrm>
            <a:off x="2084832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96896" y="2880360"/>
            <a:ext cx="347472" cy="731520"/>
          </a:xfrm>
          <a:prstGeom prst="rect">
            <a:avLst/>
          </a:prstGeom>
          <a:solidFill>
            <a:srgbClr val="A8C5AA"/>
          </a:solidFill>
          <a:ln/>
        </p:spPr>
      </p:sp>
      <p:sp>
        <p:nvSpPr>
          <p:cNvPr id="29" name="Text 27"/>
          <p:cNvSpPr/>
          <p:nvPr/>
        </p:nvSpPr>
        <p:spPr>
          <a:xfrm>
            <a:off x="2596896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108960" y="3246120"/>
            <a:ext cx="347472" cy="365760"/>
          </a:xfrm>
          <a:prstGeom prst="rect">
            <a:avLst/>
          </a:prstGeom>
          <a:solidFill>
            <a:srgbClr val="D4E8D5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21024" y="2697480"/>
            <a:ext cx="347472" cy="914400"/>
          </a:xfrm>
          <a:prstGeom prst="rect">
            <a:avLst/>
          </a:prstGeom>
          <a:solidFill>
            <a:srgbClr val="A8C5AA"/>
          </a:solidFill>
          <a:ln/>
        </p:spPr>
      </p:sp>
      <p:sp>
        <p:nvSpPr>
          <p:cNvPr id="33" name="Text 31"/>
          <p:cNvSpPr/>
          <p:nvPr/>
        </p:nvSpPr>
        <p:spPr>
          <a:xfrm>
            <a:off x="3621024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33088" y="2971800"/>
            <a:ext cx="347472" cy="640080"/>
          </a:xfrm>
          <a:prstGeom prst="rect">
            <a:avLst/>
          </a:prstGeom>
          <a:solidFill>
            <a:srgbClr val="A8C5AA"/>
          </a:solidFill>
          <a:ln/>
        </p:spPr>
      </p:sp>
      <p:sp>
        <p:nvSpPr>
          <p:cNvPr id="35" name="Text 33"/>
          <p:cNvSpPr/>
          <p:nvPr/>
        </p:nvSpPr>
        <p:spPr>
          <a:xfrm>
            <a:off x="4133088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45152" y="3154680"/>
            <a:ext cx="347472" cy="457200"/>
          </a:xfrm>
          <a:prstGeom prst="rect">
            <a:avLst/>
          </a:prstGeom>
          <a:solidFill>
            <a:srgbClr val="D4E8D5"/>
          </a:solidFill>
          <a:ln/>
        </p:spPr>
      </p:sp>
      <p:sp>
        <p:nvSpPr>
          <p:cNvPr id="37" name="Text 35"/>
          <p:cNvSpPr/>
          <p:nvPr/>
        </p:nvSpPr>
        <p:spPr>
          <a:xfrm>
            <a:off x="4645152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157216" y="2788920"/>
            <a:ext cx="347472" cy="822960"/>
          </a:xfrm>
          <a:prstGeom prst="rect">
            <a:avLst/>
          </a:prstGeom>
          <a:solidFill>
            <a:srgbClr val="A8C5AA"/>
          </a:solidFill>
          <a:ln/>
        </p:spPr>
      </p:sp>
      <p:sp>
        <p:nvSpPr>
          <p:cNvPr id="39" name="Text 37"/>
          <p:cNvSpPr/>
          <p:nvPr/>
        </p:nvSpPr>
        <p:spPr>
          <a:xfrm>
            <a:off x="5157216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669280" y="2514600"/>
            <a:ext cx="347472" cy="10972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81344" y="3108960"/>
            <a:ext cx="347472" cy="502920"/>
          </a:xfrm>
          <a:prstGeom prst="rect">
            <a:avLst/>
          </a:prstGeom>
          <a:solidFill>
            <a:srgbClr val="D4E8D5"/>
          </a:solidFill>
          <a:ln/>
        </p:spPr>
      </p:sp>
      <p:sp>
        <p:nvSpPr>
          <p:cNvPr id="43" name="Text 41"/>
          <p:cNvSpPr/>
          <p:nvPr/>
        </p:nvSpPr>
        <p:spPr>
          <a:xfrm>
            <a:off x="6181344" y="36576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" y="2606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activity · 12 months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2606040"/>
            <a:ext cx="2286000" cy="2560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by institution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2926080"/>
            <a:ext cx="1234440" cy="10058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29260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772400" y="2926080"/>
            <a:ext cx="1005840" cy="502920"/>
          </a:xfrm>
          <a:prstGeom prst="rect">
            <a:avLst/>
          </a:prstGeom>
          <a:solidFill>
            <a:srgbClr val="C4973A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0" y="2926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62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2400" y="3447288"/>
            <a:ext cx="1005840" cy="484632"/>
          </a:xfrm>
          <a:prstGeom prst="rect">
            <a:avLst/>
          </a:prstGeom>
          <a:solidFill>
            <a:srgbClr val="D4818A"/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0" y="3447288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Insur. 48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an afterthought. From the ground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47472" cy="347472"/>
          </a:xfrm>
          <a:prstGeom prst="ellipse">
            <a:avLst/>
          </a:prstGeom>
          <a:solidFill>
            <a:srgbClr val="7A9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3172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2311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persisted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487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lives in RAM only. Zeroed when app closes. Nothing written to disk automatically.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898648"/>
            <a:ext cx="347472" cy="347472"/>
          </a:xfrm>
          <a:prstGeom prst="ellipse">
            <a:avLst/>
          </a:prstGeom>
          <a:solidFill>
            <a:srgbClr val="C497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9008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889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transmission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31455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FileIT never sends your files anywhere. Cloud sync is handled by the client you already trust.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3557016"/>
            <a:ext cx="347472" cy="347472"/>
          </a:xfrm>
          <a:prstGeom prst="ellipse">
            <a:avLst/>
          </a:prstGeom>
          <a:solidFill>
            <a:srgbClr val="7A9E7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4845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by default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8039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plan is built and shown for review. Not a single file moves until you explicitly confirm.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57200" y="4215384"/>
            <a:ext cx="347472" cy="347472"/>
          </a:xfrm>
          <a:prstGeom prst="ellipse">
            <a:avLst/>
          </a:prstGeom>
          <a:solidFill>
            <a:srgbClr val="C4973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30682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4206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clean posture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4462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collection, no user tracking, no telemetry by default. Optional aggregate-only opt-in.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355080" y="9144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leaves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machine.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6903720" y="2834640"/>
            <a:ext cx="1371600" cy="1371600"/>
          </a:xfrm>
          <a:prstGeom prst="ellipse">
            <a:avLst/>
          </a:prstGeom>
          <a:solidFill>
            <a:srgbClr val="7A9E7E">
              <a:alpha val="20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944368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FileIT for?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3D7A56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627632"/>
            <a:ext cx="548640" cy="548640"/>
          </a:xfrm>
          <a:prstGeom prst="ellipse">
            <a:avLst/>
          </a:prstGeom>
          <a:solidFill>
            <a:srgbClr val="3D7A5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7373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advisors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loan apps, insurance contracts, and identity documents daily. Filing in a rush between client calls.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417320"/>
            <a:ext cx="265176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1627632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7373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Administrative agents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customer documents via email, saving attachments, uploading to internal systems. No time to rename files.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41732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417320"/>
            <a:ext cx="265176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8" name="Shape 14"/>
          <p:cNvSpPr/>
          <p:nvPr/>
        </p:nvSpPr>
        <p:spPr>
          <a:xfrm>
            <a:off x="7360920" y="1627632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173736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managers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9224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compliance and audit readiness. Needs team files structured consistently — always.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9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design target: women in administrative financial advisory roles.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9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914400"/>
            <a:ext cx="3657600" cy="3657600"/>
          </a:xfrm>
          <a:prstGeom prst="ellipse">
            <a:avLst/>
          </a:prstGeom>
          <a:solidFill>
            <a:srgbClr val="6B8E6F">
              <a:alpha val="60000"/>
            </a:srgbClr>
          </a:solidFill>
          <a:ln w="12700">
            <a:solidFill>
              <a:srgbClr val="6B8E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560320"/>
            <a:ext cx="1097280" cy="1097280"/>
          </a:xfrm>
          <a:prstGeom prst="ellipse">
            <a:avLst/>
          </a:prstGeom>
          <a:solidFill>
            <a:srgbClr val="2C2418">
              <a:alpha val="30000"/>
            </a:srgbClr>
          </a:solidFill>
          <a:ln w="12700">
            <a:solidFill>
              <a:srgbClr val="2C2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737360" y="822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document.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right place.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time.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46304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 NER · institution dictionary · OCR · 90% accuracy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94560" y="3520440"/>
            <a:ext cx="146304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 · RAM session · dry-run first · GDPR clean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86200" y="3520440"/>
            <a:ext cx="146304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6200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5-screen flow · warm copy · preview before action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Tauri · Rust · 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FileIT — Product Pitch</dc:title>
  <dc:subject>PptxGenJS Presentation</dc:subject>
  <dc:creator>PptxGenJS</dc:creator>
  <cp:lastModifiedBy>PptxGenJS</cp:lastModifiedBy>
  <cp:revision>1</cp:revision>
  <dcterms:created xsi:type="dcterms:W3CDTF">2026-04-16T23:11:15Z</dcterms:created>
  <dcterms:modified xsi:type="dcterms:W3CDTF">2026-04-16T23:11:15Z</dcterms:modified>
</cp:coreProperties>
</file>