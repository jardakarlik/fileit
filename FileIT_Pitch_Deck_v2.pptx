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7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6400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3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file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2A3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its place.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2A3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time.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57200" y="4572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file organiser for people who care about their work — and don't have time to click through 400 folders looking for that one PDF.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0" y="365760"/>
            <a:ext cx="1097280" cy="274320"/>
          </a:xfrm>
          <a:prstGeom prst="rect">
            <a:avLst/>
          </a:prstGeom>
          <a:solidFill>
            <a:srgbClr val="2A334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familiar?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of anyone handling customer documents in financial advisory.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60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2560320" cy="109728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011680"/>
            <a:ext cx="594360" cy="594360"/>
          </a:xfrm>
          <a:prstGeom prst="ellipse">
            <a:avLst/>
          </a:prstGeom>
          <a:solidFill>
            <a:srgbClr val="0077B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13055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Chaos by default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emails a signed contract. You save it fast, move on to the next call. Tomorrow, good luck finding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691640"/>
            <a:ext cx="2560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91640"/>
            <a:ext cx="2560320" cy="10972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2011680"/>
            <a:ext cx="594360" cy="594360"/>
          </a:xfrm>
          <a:prstGeom prst="ellipse">
            <a:avLst/>
          </a:prstGeom>
          <a:solidFill>
            <a:srgbClr val="E2725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without names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03320" y="32461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documents arrive with names like _ZAPLATIT.pdf or priloha_131662_0_M01.pdf. Useless until you open each one.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1691640"/>
            <a:ext cx="2560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691640"/>
            <a:ext cx="2560320" cy="109728"/>
          </a:xfrm>
          <a:prstGeom prst="rect">
            <a:avLst/>
          </a:prstGeom>
          <a:solidFill>
            <a:srgbClr val="F5D0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0" y="2011680"/>
            <a:ext cx="594360" cy="594360"/>
          </a:xfrm>
          <a:prstGeom prst="ellipse">
            <a:avLst/>
          </a:prstGeom>
          <a:solidFill>
            <a:srgbClr val="F5D0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13055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 is not happy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37960" y="32461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Audits, compliance checks, angry emails from clients asking where their contract is. Minutes add up to hours.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FileIT.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one-time tool. An ongoing companion that keeps your files organised as your workload grows.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2A33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Scan · Dashboard · Settings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2926080" cy="256032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2304288"/>
            <a:ext cx="365760" cy="365760"/>
          </a:xfrm>
          <a:prstGeom prst="ellipse">
            <a:avLst/>
          </a:prstGeom>
          <a:solidFill>
            <a:srgbClr val="FFFF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336" y="2386584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scan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days ago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68680" y="3383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Monday, 14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files · 38 customers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4114800"/>
            <a:ext cx="2560320" cy="41148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new scan   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86200" y="2194560"/>
            <a:ext cx="4572000" cy="758952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2359152"/>
            <a:ext cx="438912" cy="438912"/>
          </a:xfrm>
          <a:prstGeom prst="ellipse">
            <a:avLst/>
          </a:prstGeom>
          <a:solidFill>
            <a:srgbClr val="E2725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245973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17720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last dashboard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617720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file overview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138160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886200" y="3044952"/>
            <a:ext cx="4572000" cy="758952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023360" y="3209544"/>
            <a:ext cx="438912" cy="438912"/>
          </a:xfrm>
          <a:prstGeom prst="ellipse">
            <a:avLst/>
          </a:prstGeom>
          <a:solidFill>
            <a:srgbClr val="4A556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331012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1772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backup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61772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recent changes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138160" y="3273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3886200" y="3895344"/>
            <a:ext cx="4572000" cy="758952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023360" y="4059936"/>
            <a:ext cx="438912" cy="438912"/>
          </a:xfrm>
          <a:prstGeom prst="ellipse">
            <a:avLst/>
          </a:prstGeom>
          <a:solidFill>
            <a:srgbClr val="0077B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4160520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17720" y="4014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61772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v1.2 · 8 new institutions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138160" y="41239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scan to safely organised files — most of it happens without you lifting a finger.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1984248" cy="118872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every drive, silently. Finds documents across all local folders in under a minute.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41448" y="3200400"/>
            <a:ext cx="18288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24328" y="16916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691640"/>
            <a:ext cx="1984248" cy="1188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61488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07208" y="306324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what's inside each file. Extracts customer name, institution, date, document type.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3200400"/>
            <a:ext cx="18288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1456" y="16916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1691640"/>
            <a:ext cx="1984248" cy="1188720"/>
          </a:xfrm>
          <a:prstGeom prst="rect">
            <a:avLst/>
          </a:prstGeom>
          <a:solidFill>
            <a:srgbClr val="F5D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28616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28616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74336" y="306324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folder structure you approve before anything moves. No surprises, ever.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5704" y="3200400"/>
            <a:ext cx="18288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58584" y="16916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58584" y="1691640"/>
            <a:ext cx="1984248" cy="1188720"/>
          </a:xfrm>
          <a:prstGeom prst="rect">
            <a:avLst/>
          </a:prstGeom>
          <a:solidFill>
            <a:srgbClr val="2A3345"/>
          </a:solidFill>
          <a:ln/>
        </p:spPr>
      </p:sp>
      <p:sp>
        <p:nvSpPr>
          <p:cNvPr id="24" name="Text 22"/>
          <p:cNvSpPr/>
          <p:nvPr/>
        </p:nvSpPr>
        <p:spPr>
          <a:xfrm>
            <a:off x="7095744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95744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up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41464" y="306324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backup to OneDrive, Google Drive, Dropbox. Your data stays yours.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3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77BE">
              <a:alpha val="60000"/>
            </a:srgbClr>
          </a:solidFill>
          <a:ln w="12700">
            <a:solidFill>
              <a:srgbClr val="0077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657600"/>
            <a:ext cx="3657600" cy="3657600"/>
          </a:xfrm>
          <a:prstGeom prst="ellipse">
            <a:avLst/>
          </a:prstGeom>
          <a:solidFill>
            <a:srgbClr val="E2725B">
              <a:alpha val="40000"/>
            </a:srgbClr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Restructure.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your files actually make sense.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3931920" cy="25603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37944"/>
            <a:ext cx="109728" cy="109728"/>
          </a:xfrm>
          <a:prstGeom prst="ellipse">
            <a:avLst/>
          </a:prstGeom>
          <a:solidFill>
            <a:srgbClr val="E77575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837944"/>
            <a:ext cx="109728" cy="109728"/>
          </a:xfrm>
          <a:prstGeom prst="ellipse">
            <a:avLst/>
          </a:prstGeom>
          <a:solidFill>
            <a:srgbClr val="F5C84A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" y="1837944"/>
            <a:ext cx="109728" cy="109728"/>
          </a:xfrm>
          <a:prstGeom prst="ellipse">
            <a:avLst/>
          </a:prstGeom>
          <a:solidFill>
            <a:srgbClr val="7AC77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structure · sort by customer + month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" y="2258568"/>
            <a:ext cx="182880" cy="14630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1832" y="2560320"/>
            <a:ext cx="182880" cy="14630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496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Novák Pavel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16152" y="2862072"/>
            <a:ext cx="182880" cy="14630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798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16152" y="3163824"/>
            <a:ext cx="182880" cy="14630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1832" y="3465576"/>
            <a:ext cx="182880" cy="14630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Horáková Jana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16152" y="3767328"/>
            <a:ext cx="182880" cy="14630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8" name="Text 26"/>
          <p:cNvSpPr/>
          <p:nvPr/>
        </p:nvSpPr>
        <p:spPr>
          <a:xfrm>
            <a:off x="146304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16152" y="4069080"/>
            <a:ext cx="182880" cy="14630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4005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41832" y="4370832"/>
            <a:ext cx="182880" cy="14630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34" name="Text 32"/>
          <p:cNvSpPr/>
          <p:nvPr/>
        </p:nvSpPr>
        <p:spPr>
          <a:xfrm>
            <a:off x="1188720" y="4306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Müller Thomas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4306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your files by…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09160" y="2286000"/>
            <a:ext cx="3977640" cy="36576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663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2743200"/>
            <a:ext cx="3977640" cy="36576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6636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year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3200400"/>
            <a:ext cx="3977640" cy="365760"/>
          </a:xfrm>
          <a:prstGeom prst="rect">
            <a:avLst/>
          </a:prstGeom>
          <a:solidFill>
            <a:srgbClr val="3A4557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6636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institution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09160" y="3657600"/>
            <a:ext cx="3977640" cy="365760"/>
          </a:xfrm>
          <a:prstGeom prst="rect">
            <a:avLst/>
          </a:prstGeom>
          <a:solidFill>
            <a:srgbClr val="3A4557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16636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09160" y="4251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to 3 levels. Available filters adapt to your data.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4572000"/>
            <a:ext cx="3977640" cy="2286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4572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before anything moves  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up, safely.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of protection — one automatic, one you choose.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77640" cy="310896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FFFF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848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63040" y="2221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Safe-Side Backup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file moves, FileIT packs everything into a dated ZIP with a full manifest.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feels wrong, one click restores your files to exactly where they were. No drama, no panic.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4389120"/>
            <a:ext cx="3566160" cy="27432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backup_2026-04-17_143300.zip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1691640"/>
            <a:ext cx="3977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83480" y="1965960"/>
            <a:ext cx="594360" cy="594360"/>
          </a:xfrm>
          <a:prstGeom prst="ellipse">
            <a:avLst/>
          </a:prstGeom>
          <a:solidFill>
            <a:srgbClr val="E2725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208483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715000" y="2221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Backup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98348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ready, send an organised copy to your cloud of choice.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83480" y="3337560"/>
            <a:ext cx="1645920" cy="384048"/>
          </a:xfrm>
          <a:prstGeom prst="rect">
            <a:avLst/>
          </a:prstGeom>
          <a:solidFill>
            <a:srgbClr val="0077BE"/>
          </a:solidFill>
          <a:ln w="12700">
            <a:solidFill>
              <a:srgbClr val="0077B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8348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OneDrive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766560" y="333756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83480" y="384048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56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83480" y="3840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766560" y="384048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D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0" y="3840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8348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client required. We detect it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file overview.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in one screen — and two big actions where they belong.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5486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found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2888" y="13716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2888" y="1371600"/>
            <a:ext cx="182880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0" name="Text 8"/>
          <p:cNvSpPr/>
          <p:nvPr/>
        </p:nvSpPr>
        <p:spPr>
          <a:xfrm>
            <a:off x="2532888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GB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32888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13716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1371600"/>
            <a:ext cx="1828800" cy="5486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08576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ID'd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84264" y="13716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4264" y="1371600"/>
            <a:ext cx="1828800" cy="54864"/>
          </a:xfrm>
          <a:prstGeom prst="rect">
            <a:avLst/>
          </a:prstGeom>
          <a:solidFill>
            <a:srgbClr val="B55642"/>
          </a:solidFill>
          <a:ln/>
        </p:spPr>
      </p:sp>
      <p:sp>
        <p:nvSpPr>
          <p:cNvPr id="18" name="Text 16"/>
          <p:cNvSpPr/>
          <p:nvPr/>
        </p:nvSpPr>
        <p:spPr>
          <a:xfrm>
            <a:off x="6684264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84264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606040"/>
            <a:ext cx="3886200" cy="105156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Restructure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284 files into logical folders based on how you want to work.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6052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617720" y="2606040"/>
            <a:ext cx="3886200" cy="10515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up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0060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Safe-side ZIP + optional cloud mirror to OneDrive, Google Drive, or Dropbox.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381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activity · 12 months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4709160"/>
            <a:ext cx="228600" cy="137160"/>
          </a:xfrm>
          <a:prstGeom prst="rect">
            <a:avLst/>
          </a:prstGeom>
          <a:solidFill>
            <a:srgbClr val="4DA5D4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968" y="4645152"/>
            <a:ext cx="228600" cy="201168"/>
          </a:xfrm>
          <a:prstGeom prst="rect">
            <a:avLst/>
          </a:prstGeom>
          <a:solidFill>
            <a:srgbClr val="4DA5D4"/>
          </a:solidFill>
          <a:ln/>
        </p:spPr>
      </p:sp>
      <p:sp>
        <p:nvSpPr>
          <p:cNvPr id="33" name="Shape 31"/>
          <p:cNvSpPr/>
          <p:nvPr/>
        </p:nvSpPr>
        <p:spPr>
          <a:xfrm>
            <a:off x="1179576" y="4754880"/>
            <a:ext cx="228600" cy="91440"/>
          </a:xfrm>
          <a:prstGeom prst="rect">
            <a:avLst/>
          </a:prstGeom>
          <a:solidFill>
            <a:srgbClr val="4DA5D4"/>
          </a:solidFill>
          <a:ln/>
        </p:spPr>
      </p:sp>
      <p:sp>
        <p:nvSpPr>
          <p:cNvPr id="34" name="Shape 32"/>
          <p:cNvSpPr/>
          <p:nvPr/>
        </p:nvSpPr>
        <p:spPr>
          <a:xfrm>
            <a:off x="1472184" y="4572000"/>
            <a:ext cx="228600" cy="274320"/>
          </a:xfrm>
          <a:prstGeom prst="rect">
            <a:avLst/>
          </a:prstGeom>
          <a:solidFill>
            <a:srgbClr val="4DA5D4"/>
          </a:solidFill>
          <a:ln/>
        </p:spPr>
      </p:sp>
      <p:sp>
        <p:nvSpPr>
          <p:cNvPr id="35" name="Shape 33"/>
          <p:cNvSpPr/>
          <p:nvPr/>
        </p:nvSpPr>
        <p:spPr>
          <a:xfrm>
            <a:off x="1764792" y="4480560"/>
            <a:ext cx="228600" cy="36576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36" name="Shape 34"/>
          <p:cNvSpPr/>
          <p:nvPr/>
        </p:nvSpPr>
        <p:spPr>
          <a:xfrm>
            <a:off x="2057400" y="4663440"/>
            <a:ext cx="228600" cy="182880"/>
          </a:xfrm>
          <a:prstGeom prst="rect">
            <a:avLst/>
          </a:prstGeom>
          <a:solidFill>
            <a:srgbClr val="4DA5D4"/>
          </a:solidFill>
          <a:ln/>
        </p:spPr>
      </p:sp>
      <p:sp>
        <p:nvSpPr>
          <p:cNvPr id="37" name="Shape 35"/>
          <p:cNvSpPr/>
          <p:nvPr/>
        </p:nvSpPr>
        <p:spPr>
          <a:xfrm>
            <a:off x="2350008" y="4389120"/>
            <a:ext cx="228600" cy="45720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38" name="Shape 36"/>
          <p:cNvSpPr/>
          <p:nvPr/>
        </p:nvSpPr>
        <p:spPr>
          <a:xfrm>
            <a:off x="2642616" y="4526280"/>
            <a:ext cx="228600" cy="32004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39" name="Shape 37"/>
          <p:cNvSpPr/>
          <p:nvPr/>
        </p:nvSpPr>
        <p:spPr>
          <a:xfrm>
            <a:off x="2935224" y="4617720"/>
            <a:ext cx="228600" cy="228600"/>
          </a:xfrm>
          <a:prstGeom prst="rect">
            <a:avLst/>
          </a:prstGeom>
          <a:solidFill>
            <a:srgbClr val="4DA5D4"/>
          </a:solidFill>
          <a:ln/>
        </p:spPr>
      </p:sp>
      <p:sp>
        <p:nvSpPr>
          <p:cNvPr id="40" name="Shape 38"/>
          <p:cNvSpPr/>
          <p:nvPr/>
        </p:nvSpPr>
        <p:spPr>
          <a:xfrm>
            <a:off x="3227832" y="4434840"/>
            <a:ext cx="228600" cy="41148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41" name="Shape 39"/>
          <p:cNvSpPr/>
          <p:nvPr/>
        </p:nvSpPr>
        <p:spPr>
          <a:xfrm>
            <a:off x="3520440" y="4297680"/>
            <a:ext cx="228600" cy="5486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42" name="Shape 40"/>
          <p:cNvSpPr/>
          <p:nvPr/>
        </p:nvSpPr>
        <p:spPr>
          <a:xfrm>
            <a:off x="3813048" y="4590288"/>
            <a:ext cx="228600" cy="256032"/>
          </a:xfrm>
          <a:prstGeom prst="rect">
            <a:avLst/>
          </a:prstGeom>
          <a:solidFill>
            <a:srgbClr val="4DA5D4"/>
          </a:solidFill>
          <a:ln/>
        </p:spPr>
      </p:sp>
      <p:sp>
        <p:nvSpPr>
          <p:cNvPr id="43" name="Shape 41"/>
          <p:cNvSpPr/>
          <p:nvPr/>
        </p:nvSpPr>
        <p:spPr>
          <a:xfrm>
            <a:off x="4617720" y="39776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by institution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4343400"/>
            <a:ext cx="1737360" cy="50292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 84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37960" y="4343400"/>
            <a:ext cx="1097280" cy="24688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48" name="Text 46"/>
          <p:cNvSpPr/>
          <p:nvPr/>
        </p:nvSpPr>
        <p:spPr>
          <a:xfrm>
            <a:off x="6537960" y="43434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62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37960" y="4599432"/>
            <a:ext cx="1097280" cy="246888"/>
          </a:xfrm>
          <a:prstGeom prst="rect">
            <a:avLst/>
          </a:prstGeom>
          <a:solidFill>
            <a:srgbClr val="F5D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537960" y="459943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48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80960" y="4343400"/>
            <a:ext cx="914400" cy="5029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90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FILEMATCH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meets cloud,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one timeline.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bridge between what's on your drive and what's synced. See duplicates, gaps, and orphans at a glance.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880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0" y="2880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0" y="4617720"/>
            <a:ext cx="5212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2011680" y="4681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377440" y="4681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91840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97680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18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03520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355080" y="4681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828800" y="324612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0" y="329184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19" name="Shape 16"/>
          <p:cNvSpPr/>
          <p:nvPr/>
        </p:nvSpPr>
        <p:spPr>
          <a:xfrm>
            <a:off x="1975104" y="3319272"/>
            <a:ext cx="128016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03120" y="3319272"/>
            <a:ext cx="0" cy="4572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3364992"/>
            <a:ext cx="5669280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0" y="347472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0" y="347472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24" name="Shape 21"/>
          <p:cNvSpPr/>
          <p:nvPr/>
        </p:nvSpPr>
        <p:spPr>
          <a:xfrm>
            <a:off x="1975104" y="3547872"/>
            <a:ext cx="859536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34640" y="3547872"/>
            <a:ext cx="0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4640" y="3547872"/>
            <a:ext cx="4937760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0" y="3703320"/>
            <a:ext cx="146304" cy="14630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8" name="Shape 25"/>
          <p:cNvSpPr/>
          <p:nvPr/>
        </p:nvSpPr>
        <p:spPr>
          <a:xfrm>
            <a:off x="1828800" y="393192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29" name="Shape 26"/>
          <p:cNvSpPr/>
          <p:nvPr/>
        </p:nvSpPr>
        <p:spPr>
          <a:xfrm>
            <a:off x="7772400" y="393192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30" name="Shape 27"/>
          <p:cNvSpPr/>
          <p:nvPr/>
        </p:nvSpPr>
        <p:spPr>
          <a:xfrm>
            <a:off x="1975104" y="4005072"/>
            <a:ext cx="2322576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97680" y="4005072"/>
            <a:ext cx="0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97680" y="4005072"/>
            <a:ext cx="3474720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0" y="4160520"/>
            <a:ext cx="146304" cy="14630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4" name="Shape 31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35" name="Shape 32"/>
          <p:cNvSpPr/>
          <p:nvPr/>
        </p:nvSpPr>
        <p:spPr>
          <a:xfrm>
            <a:off x="7772400" y="434340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36" name="Shape 33"/>
          <p:cNvSpPr/>
          <p:nvPr/>
        </p:nvSpPr>
        <p:spPr>
          <a:xfrm>
            <a:off x="1975104" y="4233672"/>
            <a:ext cx="3785616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760720" y="4233672"/>
            <a:ext cx="0" cy="18288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60720" y="4416552"/>
            <a:ext cx="2011680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828800" y="438912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40" name="Shape 37"/>
          <p:cNvSpPr/>
          <p:nvPr/>
        </p:nvSpPr>
        <p:spPr>
          <a:xfrm>
            <a:off x="7772400" y="4434840"/>
            <a:ext cx="146304" cy="146304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41" name="Shape 38"/>
          <p:cNvSpPr/>
          <p:nvPr/>
        </p:nvSpPr>
        <p:spPr>
          <a:xfrm>
            <a:off x="1975104" y="4462272"/>
            <a:ext cx="4517136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4462272"/>
            <a:ext cx="0" cy="4572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92240" y="4507992"/>
            <a:ext cx="1280160" cy="0"/>
          </a:xfrm>
          <a:prstGeom prst="line">
            <a:avLst/>
          </a:prstGeom>
          <a:noFill/>
          <a:ln w="12700">
            <a:solidFill>
              <a:srgbClr val="FFFF00">
                <a:alpha val="7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0080" y="4919472"/>
            <a:ext cx="109728" cy="109728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45" name="Text 42"/>
          <p:cNvSpPr/>
          <p:nvPr/>
        </p:nvSpPr>
        <p:spPr>
          <a:xfrm>
            <a:off x="786384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1554480" y="4919472"/>
            <a:ext cx="109728" cy="10972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7" name="Text 44"/>
          <p:cNvSpPr/>
          <p:nvPr/>
        </p:nvSpPr>
        <p:spPr>
          <a:xfrm>
            <a:off x="1700784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400800" y="4892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· week · month · year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Violet Tempest.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palette with attitude — confident, modern, warm. Built for software that wants to be seen.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02920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691640"/>
            <a:ext cx="914400" cy="68580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6" name="Text 3"/>
          <p:cNvSpPr/>
          <p:nvPr/>
        </p:nvSpPr>
        <p:spPr>
          <a:xfrm>
            <a:off x="672084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Teal Blue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20840" y="1947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#0077BE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2084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trust, authority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2496312"/>
            <a:ext cx="914400" cy="6858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2496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Burnt Peach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20840" y="2752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#E2725B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20840" y="2953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· warmth, action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300984"/>
            <a:ext cx="914400" cy="6858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3300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20840" y="35570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20840" y="37581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· energy, highlight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4105656"/>
            <a:ext cx="914400" cy="685800"/>
          </a:xfrm>
          <a:prstGeom prst="rect">
            <a:avLst/>
          </a:prstGeom>
          <a:solidFill>
            <a:srgbClr val="2A3345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4105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Slate Ink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20840" y="43616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#1A2332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0840" y="45628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· text, depth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Top-notch technology.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made for performance, compliance, and longevity.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137160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743200" cy="5486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09928"/>
            <a:ext cx="438912" cy="438912"/>
          </a:xfrm>
          <a:prstGeom prst="ellipse">
            <a:avLst/>
          </a:prstGeom>
          <a:solidFill>
            <a:srgbClr val="0077B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1051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Tauri v2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5568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MIT/Apache · free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286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MB installer. Native WebView2. Direct Rust filesystem.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0128" y="1508760"/>
            <a:ext cx="2743200" cy="137160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0128" y="1508760"/>
            <a:ext cx="274320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709928"/>
            <a:ext cx="438912" cy="438912"/>
          </a:xfrm>
          <a:prstGeom prst="ellipse">
            <a:avLst/>
          </a:prstGeom>
          <a:solidFill>
            <a:srgbClr val="E2725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81051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59936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backend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059936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Memory-safe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93008" y="2286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PII operations in typed Rust. Zero undefined behaviour.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54496" y="1508760"/>
            <a:ext cx="2743200" cy="137160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508760"/>
            <a:ext cx="2743200" cy="54864"/>
          </a:xfrm>
          <a:prstGeom prst="rect">
            <a:avLst/>
          </a:prstGeom>
          <a:solidFill>
            <a:srgbClr val="F5D000"/>
          </a:solidFill>
          <a:ln/>
        </p:spPr>
      </p:sp>
      <p:sp>
        <p:nvSpPr>
          <p:cNvPr id="21" name="Shape 17"/>
          <p:cNvSpPr/>
          <p:nvPr/>
        </p:nvSpPr>
        <p:spPr>
          <a:xfrm>
            <a:off x="6437376" y="1709928"/>
            <a:ext cx="438912" cy="438912"/>
          </a:xfrm>
          <a:prstGeom prst="ellipse">
            <a:avLst/>
          </a:prstGeom>
          <a:solidFill>
            <a:srgbClr val="F5D00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1051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04304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IPC bridge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004304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boundary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37376" y="2286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never touches raw file data. Only aggregates cross over.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5760" y="3108960"/>
            <a:ext cx="2743200" cy="137160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3108960"/>
            <a:ext cx="2743200" cy="54864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28" name="Shape 23"/>
          <p:cNvSpPr/>
          <p:nvPr/>
        </p:nvSpPr>
        <p:spPr>
          <a:xfrm>
            <a:off x="548640" y="3310128"/>
            <a:ext cx="438912" cy="438912"/>
          </a:xfrm>
          <a:prstGeom prst="ellipse">
            <a:avLst/>
          </a:prstGeom>
          <a:solidFill>
            <a:srgbClr val="0077B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41071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15568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Tesseract 5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115568" y="3584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· offline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 + Slovak OCR. No API calls. No data leaves the machine.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310128" y="3108960"/>
            <a:ext cx="2743200" cy="137160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310128" y="3108960"/>
            <a:ext cx="274320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5" name="Shape 29"/>
          <p:cNvSpPr/>
          <p:nvPr/>
        </p:nvSpPr>
        <p:spPr>
          <a:xfrm>
            <a:off x="3493008" y="3310128"/>
            <a:ext cx="438912" cy="438912"/>
          </a:xfrm>
          <a:prstGeom prst="ellipse">
            <a:avLst/>
          </a:prstGeom>
          <a:solidFill>
            <a:srgbClr val="E2725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410712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059936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Czech NER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059936" y="3584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Dictionary-driven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493008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Rodné číslo, IČO, DIČ, institution keywords. 90% accuracy.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254496" y="3108960"/>
            <a:ext cx="2743200" cy="137160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254496" y="3108960"/>
            <a:ext cx="2743200" cy="54864"/>
          </a:xfrm>
          <a:prstGeom prst="rect">
            <a:avLst/>
          </a:prstGeom>
          <a:solidFill>
            <a:srgbClr val="F5D000"/>
          </a:solidFill>
          <a:ln/>
        </p:spPr>
      </p:sp>
      <p:sp>
        <p:nvSpPr>
          <p:cNvPr id="42" name="Shape 35"/>
          <p:cNvSpPr/>
          <p:nvPr/>
        </p:nvSpPr>
        <p:spPr>
          <a:xfrm>
            <a:off x="6437376" y="3310128"/>
            <a:ext cx="438912" cy="438912"/>
          </a:xfrm>
          <a:prstGeom prst="ellipse">
            <a:avLst/>
          </a:prstGeom>
          <a:solidFill>
            <a:srgbClr val="F5D000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410712"/>
            <a:ext cx="237744" cy="23774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004304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probe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7004304" y="3584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detection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6437376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WMI process scan. OneDrive, GDrive, Dropbox, Box.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057400"/>
            <a:ext cx="1005840" cy="1005840"/>
          </a:xfrm>
          <a:prstGeom prst="ellipse">
            <a:avLst/>
          </a:prstGeom>
          <a:solidFill>
            <a:srgbClr val="2A334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331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32004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machine.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rules.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compliance.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afterthought — a foundation.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0077B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928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801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persisted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20756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lives in RAM only. Zeroed on close. Nothing to disk automatically.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48716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968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505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transmission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97280" y="27797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FileIT never uploads files. Cloud sync is handled by the client you already trust.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91256"/>
            <a:ext cx="457200" cy="457200"/>
          </a:xfrm>
          <a:prstGeom prst="ellipse">
            <a:avLst/>
          </a:prstGeom>
          <a:solidFill>
            <a:srgbClr val="F5D0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009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209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by default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97280" y="34838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plan is built and shown for review. Not a single file moves until you confirm.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95344"/>
            <a:ext cx="457200" cy="457200"/>
          </a:xfrm>
          <a:prstGeom prst="ellipse">
            <a:avLst/>
          </a:prstGeom>
          <a:solidFill>
            <a:srgbClr val="0077B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0507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913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clean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097280" y="41879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collection, tracking, or telemetry by default. Optional aggregate-only opt-in.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77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solidFill>
            <a:srgbClr val="2A33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82296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128016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document.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right place.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time.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822960" y="3611880"/>
            <a:ext cx="2286000" cy="45720"/>
          </a:xfrm>
          <a:prstGeom prst="rect">
            <a:avLst/>
          </a:prstGeom>
          <a:solidFill>
            <a:srgbClr val="0077B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142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 NER · institution dictionary · OCR · 90% accuracy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3611880"/>
            <a:ext cx="2286000" cy="45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37560" y="40142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 · RAM session · dry-run first · safe-side backup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3611880"/>
            <a:ext cx="2286000" cy="4572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52160" y="40142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Scan → Dashboard → Restructure · warm, clear, friendly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Tauri · Rust · React · Privacy by design ·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FileIT — Product Pitch v2</dc:title>
  <dc:subject>PptxGenJS Presentation</dc:subject>
  <dc:creator>PptxGenJS</dc:creator>
  <cp:lastModifiedBy>PptxGenJS</cp:lastModifiedBy>
  <cp:revision>1</cp:revision>
  <dcterms:created xsi:type="dcterms:W3CDTF">2026-04-17T00:56:59Z</dcterms:created>
  <dcterms:modified xsi:type="dcterms:W3CDTF">2026-04-17T00:56:59Z</dcterms:modified>
</cp:coreProperties>
</file>